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reasons.md, разделы 1–4; investigation_1.md, «Краткий вывод»; SDD_DETAILS.md, «Общая модель». Сравнение относится к локальным openspec-default и openspec-modified.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reasons.md, раздел 1. Диаграмма воспроизводит явно заданный процесс: Аналитик → изменение файлов в Confluence цветом → передача в разработку → снятие цветовой раскраски после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reasons.md, раздел 1. Явно заданная схема master specification: сервис → 80+ бизнес-процессов (5+ шагов), 15+ интеграций, 50+ справочников, 30+ UI-форм, 80+ алгоритмов обработки действий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reasons.md, раздел 2. Реверс-инжиниринг из кода не дал нужного уровня абстракции; перевод Confluence в MD аналитиков устроил; пилот invest-dkz дал около 100 MD-документов и технологическую структуру.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reasons.md, разделы 3 и 5; investigation_1.md, «Сильные стороны default-версии» и «Слабые стороны default-версии»; локальные skills openspec-default. Уточнение: default bootstrap сочетает интервью и исследование кода, а не только reverse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investigation_1.md, «Source of truth»; SDD_DETAILS.md, разделы 1–3; локальные openspec-init-master-spec skills. Modified переносит source of truth в openspec/&lt;service&gt;/ и строит _sdd navigation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reasons.md, разделы 4–6; SDD_DETAILS.md, «Жизненный цикл». Схемы первого подключения и обычного propose воспроизводят цепочки из reasons.md. Downstream design/implement/apply адаптированы под Spec update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reasons.md, раздел 6.3; SDD_DETAILS.md, «Branch-diff workflow»; локальный skill openspec-change-from-diff. Диаграмма включает обе явно заданные последовательности и evidence из .spec-diff/.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investigation_1.md, «Сильные стороны openspec-modified»; SDD_DETAILS.md, «Manifest», «Качество и cross-linking», «Проверки качества». В материалах нет измеренных метрик времени или токенов, поэтому они не заявляются.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investigation_1.md, «Сходства», «Слабые стороны openspec-modified», «Итоговая оценка»; SDD_DETAILS.md, «Что сохранить при трансформации». Риски: stale manifest, отсутствие строгих validators/CI, ослабленный greenfield-путь.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очему мы изменили OpenSpe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Документация у нас — вход в разработку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Мастер-спецификация — это система документов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it / Markdown подтвердили источник правды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fault — сильная модель, но для другого профиля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Индексируем папку — не переписываем знания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DD-скелет сохранён; появились новые входы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етка аналитика становится проверяемым chan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реимущества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Мы сохранили OpenSpec как процесс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B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НСиР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мы изменили OpenSpec</dc:title>
  <dc:subject>Обоснование адаптации локального OpenSpec workflow</dc:subject>
  <dc:creator>Команда НСиР</dc:creator>
  <cp:lastModifiedBy>Команда НСиР</cp:lastModifiedBy>
  <cp:revision>1</cp:revision>
  <dcterms:created xsi:type="dcterms:W3CDTF">2026-07-09T21:50:48Z</dcterms:created>
  <dcterms:modified xsi:type="dcterms:W3CDTF">2026-07-09T21:50:48Z</dcterms:modified>
</cp:coreProperties>
</file>